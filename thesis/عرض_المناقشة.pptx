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منصة اختبار الأمن السيبراني — New-Security-Scan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C8D2DC"/>
                </a:solidFill>
              </a:defRPr>
            </a:pPr>
            <a:r>
              <a:t>[اسم الطالب]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محتويات العرض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المشكلة والأهداف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الحل والمعمارية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الأدوات والفحص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الواجهة الأمامية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الخلفية API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الأمان والاختبار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النتائج والمستقبل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تشتت مخرجات أدوات الفحص الأمني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غياب حوكمة الاستخدام والرصيد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صعوبة الفحص المصدّق على التطبيقات المحمية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تأخر تحويل الثغرات إلى إجراءات (Jira/PDF)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الأهداف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منصة ويب موحّدة لفحوصات الأمن السيبراني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دعم 7 أدوات صناعية مع إعدادات مرنة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نظام باقات ورصيد ووقت تشغيل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تكامل Jira وذكاء اصطناعي ولوحة إدارة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الحل المقترح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Next.js Frontend + BFF Proxy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REST API Backend (OpenAPI)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عمال VPS لتنفيذ الفحوصات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Webhooks لاستقبال النتائج</a:t>
            </a:r>
          </a:p>
        </p:txBody>
      </p:sp>
      <p:pic>
        <p:nvPicPr>
          <p:cNvPr id="4" name="Picture 3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التقنيات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Frontend: Next.js 14, React 18, TypeScript, TanStack Query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Validation: Zod + react-hook-form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i18n: next-intl (ar/en)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Backend: REST API, JWT, Stripe, Jira OAuth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Testing: Playwright E2E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الهندسة المعمارية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Browser → Next.js → BFF → API → VPS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طبقة endpoints.ts كعقد موحّد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Proxy يمرّر JWT والترويسات</a:t>
            </a:r>
          </a:p>
        </p:txBody>
      </p:sp>
      <p:pic>
        <p:nvPicPr>
          <p:cNvPr id="4" name="Picture 3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أدوات الفحص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ZAP — فحص Web/API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nmap — شبكات وخدمات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ffuf — اكتشاف مسارات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wpscan, sqlmap, xss, ssl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مستويات عمق: light / deep / aggressive</a:t>
            </a:r>
          </a:p>
        </p:txBody>
      </p:sp>
      <p:pic>
        <p:nvPicPr>
          <p:cNvPr id="4" name="Picture 3" descr="07-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دورة حياة الفحص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1. اختيار الباقة والهدف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2. إعداد الفحص والمصادقة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3. الطابور والتنفيذ على VPS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4. النتائج والتقرير وJira</a:t>
            </a:r>
          </a:p>
        </p:txBody>
      </p:sp>
      <p:pic>
        <p:nvPicPr>
          <p:cNvPr id="4" name="Picture 3" descr="03-scan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المصادقة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تسجيل/دخول → تحدي OTP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تحقق OTP → JWT (access + refresh)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تجديد تلقائي للجلسة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حماية Admin عبر middleware</a:t>
            </a:r>
          </a:p>
        </p:txBody>
      </p:sp>
      <p:pic>
        <p:nvPicPr>
          <p:cNvPr id="4" name="Picture 3" descr="02-auth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نموذج الفحص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اختيار أداة وهدف وعمق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إعداد Headers وToken وCookies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إعدادات خاصة بكل أداة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تقييد حسب الباقة تلقائياً</a:t>
            </a:r>
          </a:p>
        </p:txBody>
      </p:sp>
      <p:pic>
        <p:nvPicPr>
          <p:cNvPr id="4" name="Picture 3" descr="07-scans-new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تفاصيل الفحص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تبويبات: نظرة عامة، أدوات، ثغرات، تقرير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متابعة ETA لكل أداة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إلغاء الفحص أثناء التنفيذ</a:t>
            </a:r>
          </a:p>
        </p:txBody>
      </p:sp>
      <p:pic>
        <p:nvPicPr>
          <p:cNvPr id="4" name="Picture 3" descr="06-scans-list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الثغرات والتقارير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عرض الشدة وCVSS والتوصيات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تصدير PDF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توليد تقرير AI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إنشاء تذاكر Jira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نظام الباقات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رصيد فحوصات ووقت أقصى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أدوات مسموحة وقيود عمق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منع الفحص المصدّق أو brute-force حسب الباقة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شراء رصيد إضافي عبر Stripe</a:t>
            </a:r>
          </a:p>
        </p:txBody>
      </p:sp>
      <p:pic>
        <p:nvPicPr>
          <p:cNvPr id="4" name="Picture 3" descr="10-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تكامل Jira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OAuth مع Atlassian Cloud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ربط مشاريع وأهداف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إنشاء تذاكر من الثغرات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إدارة مطوري Jira وأدوارهم</a:t>
            </a:r>
          </a:p>
        </p:txBody>
      </p:sp>
      <p:pic>
        <p:nvPicPr>
          <p:cNvPr id="4" name="Picture 3" descr="09-jira-o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الذكاء الاصطناعي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اقتراح إعداد فحص (ai/scan-config)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Guided Setup تفاعلي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تقرير ما بعد الفحص</a:t>
            </a:r>
          </a:p>
        </p:txBody>
      </p:sp>
      <p:pic>
        <p:nvPicPr>
          <p:cNvPr id="4" name="Picture 3" descr="01-landing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14950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لوحة الإدارة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إدارة مستخدمين وفحوصات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طابور VPS وإعادة ترتيب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سجلات تدقيق وباقات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الأمان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OTP + JWT + Refresh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RBAC للمسارات الإدارية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Plan Enforcement على Backend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توقيع نطاق الفحص scopeSigned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الاختبارات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Playwright E2E: login, target, scan, PDF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Admin smoke: 7 مسارات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Jira developer mapping (mocked)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تحقق عقد OpenAPI ↔ endpoints.ts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تحقيق الأهداف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✓ مصادقة OTP/JWT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✓ 7 أدوات فحص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✓ باقات وStripe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✓ Jira + AI + Admin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✓ عربي/إنجليزي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نقاط القوة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أدوات صناعية حقيقية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OpenAPI شامل (67+ endpoint)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حوكمة باقات متقدمة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تجربة مستخدم حديثة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اختبارات E2E آلية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التحديات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Backend منفصل عن مستودع Frontend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اعتماد على خادم API خارجي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لا دعم لحل CAPTCHA تلقائياً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العمل المستقبلي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دمج Backend في Docker Compose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CI/CD فحوص تلقائية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Dashboard تحليلي للثغرات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إشعارات للثغرات الحرجة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الخاتمة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منصة متكاملة لتشغيل فحوصات الأمن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جمع أدوات + حوكمة + تكاملات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جاهزة للتوسع والتطوير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الخلفية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89 endpoint موثّقة في OpenAPI 3.0.1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وحدات: Auth, Scans, Plans, Billing, Jira, AI, Admin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Webhooks: Stripe + VPS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امتداد متصفح: Extension Scan API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لقطات من التطبيق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واجهة عربية/إنجليزية كاملة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نموذج فحص متقدم مع قيود الباقة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تكامل Jira وإعدادات OAuth</a:t>
            </a:r>
          </a:p>
        </p:txBody>
      </p:sp>
      <p:pic>
        <p:nvPicPr>
          <p:cNvPr id="4" name="Picture 3" descr="01-landing-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0" cy="149504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200" b="1">
                <a:solidFill>
                  <a:srgbClr val="22D3EE"/>
                </a:solidFill>
              </a:defRPr>
            </a:pPr>
            <a:r>
              <a:t>شكراً لحسن استماعكم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>
                <a:solidFill>
                  <a:srgbClr val="E2E8F0"/>
                </a:solidFill>
              </a:defRPr>
            </a:pPr>
            <a:r>
              <a:t>هل من أسئلة؟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[اسم الطالب]</a:t>
            </a:r>
          </a:p>
          <a:p>
            <a:pPr algn="r">
              <a:defRPr sz="1800">
                <a:solidFill>
                  <a:srgbClr val="E2E8F0"/>
                </a:solidFill>
              </a:defRPr>
            </a:pPr>
            <a:r>
              <a:t>منصة اختبار الأمن السيبراني — New-Security-Scan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